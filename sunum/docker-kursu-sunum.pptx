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DB7ED">
              <a:alpha val="30000"/>
            </a:srgbClr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1200" kern="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Sıfırdan İleri Seviyeye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Günlük Uygulamalı Eğitim Sunumu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309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Süre: 3 gün  •  09:30 – 16:30  •  12 Modül  •  Docker Swarm hariç tüm konular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 HAKKINDA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kurs sonunda yapabileceğiniz şeyler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94560"/>
            <a:ext cx="91440" cy="219456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Düşüncesi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ile VM farkını, Linux namespaces ve cgroups ile nasıl izolasyon kurulduğunu, Docker mimarisini detaylı açıklarsınız.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10712" y="219456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0712" y="2194560"/>
            <a:ext cx="91440" cy="2194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Üretimi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39312" y="27889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Profesyonel Dockerfile yazar, multi-stage build ile küçük ve güvenli imajlar üretir, BuildKit özelliklerini kullanırsınız.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72784" y="219456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2784" y="2194560"/>
            <a:ext cx="91440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1384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Servis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01384" y="27889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ile birden çok servisi tek komutla ayağa kaldırır, ağ ve volume yönetimini bilinçli yaparsınız.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34856" y="219456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34856" y="2194560"/>
            <a:ext cx="91440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63456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63456" y="27889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sertleştirmesi, kaynak limitleri, log rotation, registry ve CI/CD entegrasyonunu uygulayabilirsiniz.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754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kitle: Container teknolojisiyle hiç çalışmamış, Linux temel bilgisine sahip katılımcılar.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BAKIŞ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Günde 12 Modül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gün 09:30 – 16:30  •  4 modül  •  Pratik laboratuvarlar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03120"/>
            <a:ext cx="3657600" cy="91440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48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Temeller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77240" y="324612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felsefesi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Kurulum &amp; ilk container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layer, registry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yaşam döngüsü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52544" y="210312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52544" y="2103120"/>
            <a:ext cx="365760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52544" y="2148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52544" y="2514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81144" y="324612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talimatları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&amp; BuildKit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&amp; veri kalıcılığı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56448" y="210312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56448" y="2103120"/>
            <a:ext cx="3657600" cy="91440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56448" y="2148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56448" y="2514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385048" y="324612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temelleri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ileri seviye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&amp; kaynak yönetimi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Registry, CI/CD, prod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PROGRAM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günlük akış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üç gün de aynı zaman çizelgesini izler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011680"/>
          <a:ext cx="94183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84632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Aktivite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5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09:30 – 11:00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Modül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 – 11:15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Kahve arası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11:15 – 12:30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Modül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12:30 – 13:30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Öğle yemeği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13:30 – 15:00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Modül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15:00 – 15:15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Kahve arası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15:15 – 16:30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Modül + Soru-Cevap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371600" y="548640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öğretim: 6 saat/gün × 3 = 18 saat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C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Docker'a Giriş ve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Kavramlar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 — 4  •  Containerization felsefesinden komut hakimiyetine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1  •  MODÜL 1  •  09:30 – 11:00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felsefesi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dağıtımının üç çağı: Bare metal → VM → Container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94560"/>
            <a:ext cx="91440" cy="3200400"/>
          </a:xfrm>
          <a:prstGeom prst="rect">
            <a:avLst/>
          </a:prstGeom>
          <a:solidFill>
            <a:srgbClr val="5C6B82"/>
          </a:solidFill>
          <a:ln w="12700">
            <a:solidFill>
              <a:srgbClr val="5C6B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31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Metal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sunucu, tek uygulama. Kaynak israfı, dakika değil saatlerce kurulum.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70832" y="219456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0832" y="2194560"/>
            <a:ext cx="91440" cy="3200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2331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Sanal Makine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99432" y="278892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Hipervizör ile çoklu OS. Her VM kendi çekirdeğini taşır → GB'lar, dakikalarca açılış.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93024" y="219456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93024" y="2194560"/>
            <a:ext cx="91440" cy="320040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21624" y="2331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21624" y="278892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Çekirdek paylaşımı + namespace izolasyonu. MB'lar, saniyeler içinde başlar.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6692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= aynı host çekirdeğini paylaşan ama izole edilmiş kullanıcı uzayı (user space).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1  •  MODÜL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Container'ı mümkün kılan üç yapı taşı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çekirdeğinin sessiz kahramanları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94560"/>
            <a:ext cx="91440" cy="320040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31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Süreçlerin gördüğü dünyayı kısıtlar: PID, ağ, mount, kullanıcı, IPC. Container ps sadece kendi süreçlerini görür.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70832" y="219456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0832" y="2194560"/>
            <a:ext cx="91440" cy="3200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2331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Groups (cgroups)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99432" y="278892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(CPU, RAM, IO) sınırlandırması ve ölçümü. Bir container'ın diğerini ezmesini engeller.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93024" y="219456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93024" y="2194560"/>
            <a:ext cx="91440" cy="3200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21624" y="2331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/ Overlay FS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21624" y="278892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Birçok salt-okunur katman + tek yazılabilir katman. Aynı base'i paylaşan imajlar diskten tasarruf eder.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1  •  MODÜL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mi, Container mı?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problemin iki farklı izolasyon ölçeği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97680"/>
                <a:gridCol w="43891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5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Sanal Makine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B7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Çekirdek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VM kendi çekirdeğini taşır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çekirdeğini paylaşır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Başlatma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Dakikalar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Saniyeler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GB'larca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MB'lar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İzolasyon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Donanım seviyesi (güçlü)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seviyesi (yeterli)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Hipervizör overhead'i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Native'e çok yakın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İdeal kullanım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Farklı OS, sıkı güvenlik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Mikroservis, CI/CD, dev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1  •  MODÜL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mimarisi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docker run komutu çalıştığında perde arkasında ne olur?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210312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377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CLI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Yazdığınız komut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5400000">
            <a:off x="2788920" y="2788920"/>
            <a:ext cx="274320" cy="365760"/>
          </a:xfrm>
          <a:prstGeom prst="rtTriangle">
            <a:avLst/>
          </a:prstGeom>
          <a:solidFill>
            <a:srgbClr val="5C6B82"/>
          </a:solidFill>
          <a:ln w="12700">
            <a:solidFill>
              <a:srgbClr val="5C6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2286000"/>
            <a:ext cx="2103120" cy="137160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08960" y="2377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Daemon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(dockerd)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3063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iş orkestrası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257800" y="2788920"/>
            <a:ext cx="274320" cy="365760"/>
          </a:xfrm>
          <a:prstGeom prst="rtTriangle">
            <a:avLst/>
          </a:prstGeom>
          <a:solidFill>
            <a:srgbClr val="5C6B82"/>
          </a:solidFill>
          <a:ln w="12700">
            <a:solidFill>
              <a:srgbClr val="5C6B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0" y="2286000"/>
            <a:ext cx="210312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7840" y="2377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77840" y="3063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yaşam döngüsü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5400000">
            <a:off x="7726680" y="2788920"/>
            <a:ext cx="274320" cy="365760"/>
          </a:xfrm>
          <a:prstGeom prst="rtTriangle">
            <a:avLst/>
          </a:prstGeom>
          <a:solidFill>
            <a:srgbClr val="5C6B82"/>
          </a:solidFill>
          <a:ln w="12700">
            <a:solidFill>
              <a:srgbClr val="5C6B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2286000"/>
            <a:ext cx="2103120" cy="137160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0" y="2377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0" y="3063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runtime, syscall'lar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5400000">
            <a:off x="10195560" y="2788920"/>
            <a:ext cx="274320" cy="365760"/>
          </a:xfrm>
          <a:prstGeom prst="rtTriangle">
            <a:avLst/>
          </a:prstGeom>
          <a:solidFill>
            <a:srgbClr val="5C6B82"/>
          </a:solidFill>
          <a:ln w="12700">
            <a:solidFill>
              <a:srgbClr val="5C6B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0" y="2286000"/>
            <a:ext cx="118872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515600" y="23774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0" y="3063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+ cgroups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Docker'ın altında modüler, OCI uyumlu bir yığın çalışır. Her katman değiştirilebilir; örneğin Kubernetes runc yerine farklı runtime'lar tercih edebilir.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5029200"/>
            <a:ext cx="265176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B7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074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" y="5486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registry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29000" y="5029200"/>
            <a:ext cx="265176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29000" y="5074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429000" y="5486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servis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5029200"/>
            <a:ext cx="265176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5074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Buildx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17920" y="5486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build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006840" y="5029200"/>
            <a:ext cx="265176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06840" y="5074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006840" y="5486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macOS/Windows arayüz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1  •  MODÜL 2  •  11:15 – 12:30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Kurulum: üç farklı dünya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native, macOS/Windows ise küçük bir Linux VM üzerinden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94560"/>
            <a:ext cx="91440" cy="219456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31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apt/yum ile docker-ce. Kullanıcıyı 'docker' grubuna ekleyin (root yetkisi etkisi vardır!).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0832" y="219456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0832" y="2194560"/>
            <a:ext cx="91440" cy="2194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2331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27889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Desktop. Apple Silicon için arm64 paketi seçin.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93024" y="219456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93024" y="2194560"/>
            <a:ext cx="91440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21624" y="2331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21624" y="27889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WSL2 + Docker Desktop. BIOS sanallaştırma açık olmalıdır.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1106424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73659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73659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5568" y="473659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07492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apt install -y docker-ce docker-ce-cli containerd.io docker-compose-plugin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usermod -aG docker $USER &amp;&amp; newgrp docker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version    # istemci ve sunucu sürümü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info       # storage driver, cgroup sürümü vs.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1  •  MODÜL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container'ınız: hello-world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komut, dört aşama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108813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217627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17627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07008" y="217627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5146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run hello-world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554480" y="2880360"/>
            <a:ext cx="822960" cy="822960"/>
          </a:xfrm>
          <a:prstGeom prst="ellipse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2880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77240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→ Daemon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389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Komut UNIX socket üzerinden dockerd'ye gider.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0" y="329184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43400" y="288036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2880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566160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arama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66160" y="4389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Lokalde yoksa Docker Hub'dan pull edilir.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29184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32320" y="2880360"/>
            <a:ext cx="82296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2880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355080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oluştur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55080" y="4389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+ start adımları çalıştırılır.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006840" y="329184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921240" y="2880360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21240" y="2880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9144000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 &amp; exit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44000" y="4389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 basılır, container görevini tamamlar.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1  •  MODÜL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run: bilmeniz gereken flag'ler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5720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Anlamı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Örnek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5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Detached, arka planda çalıştır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run -d nginx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İnteraktif + TTY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run -it ubuntu bash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Container'a isim 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--name web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yayınla (host:container)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-p 8080:80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-e / --env-file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Ortam değişkenleri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-e DB_HOST=db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-v / --mount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veya bind mount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-v data:/var/lib/db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Bitince container'ı sil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run --rm alpine echo hi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--restart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Yeniden başlatma politikası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--restart unless-stopped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--network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Bağlanılacak ağ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--network app-net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1  •  MODÜL 3  •  13:30 – 15:00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vs Container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ve nesne ilişkisi gibi düşünün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5303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103120"/>
            <a:ext cx="530352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945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Salt-okunur şablon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10896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Layer'lardan oluşur (UnionFS)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Değişmez (immutable)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Registry'de saklanır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Aynı imaj × N container üretebilir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2103120"/>
            <a:ext cx="5303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2103120"/>
            <a:ext cx="5303520" cy="82296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1945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2560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 örnek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310896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 üzerine ince yazılabilir katman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Kendi state'i, kendi PID'leri vardır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Silindiğinde writable layer kaybolur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Volume olmadan veri kalıcı değildir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1  •  MODÜL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katmanları (layers)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Dockerfile talimatı yeni bir katman üretir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194560"/>
            <a:ext cx="54864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194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Writable layer  (container)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2651760"/>
            <a:ext cx="5486400" cy="457200"/>
          </a:xfrm>
          <a:prstGeom prst="rect">
            <a:avLst/>
          </a:prstGeom>
          <a:solidFill>
            <a:srgbClr val="0DB7ED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6517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CMD / EXPOSE / vs.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108960"/>
            <a:ext cx="5486400" cy="457200"/>
          </a:xfrm>
          <a:prstGeom prst="rect">
            <a:avLst/>
          </a:prstGeom>
          <a:solidFill>
            <a:srgbClr val="1C7293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108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COPY . 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566160"/>
            <a:ext cx="5486400" cy="457200"/>
          </a:xfrm>
          <a:prstGeom prst="rect">
            <a:avLst/>
          </a:prstGeom>
          <a:solidFill>
            <a:srgbClr val="1C7293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566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RUN npm ci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4023360"/>
            <a:ext cx="5486400" cy="548640"/>
          </a:xfrm>
          <a:prstGeom prst="rect">
            <a:avLst/>
          </a:prstGeom>
          <a:solidFill>
            <a:srgbClr val="5C6B82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023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FROM node:20-alpine (base image)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OverlayFS ile tek bir birleşik dosya sistemi olarak görünür.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2194560"/>
            <a:ext cx="4297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0" y="2194560"/>
            <a:ext cx="91440" cy="123444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2331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tasarrufu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43800" y="27889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base image'ı kullanan 50 imaj alt katmanları paylaşır.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0" y="3566160"/>
            <a:ext cx="4297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0" y="3566160"/>
            <a:ext cx="9144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3703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build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543800" y="4160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Değişmeyen katmanlar cache'den gelir; kalan kısımlar yeniden build edilir.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0" y="4937760"/>
            <a:ext cx="4297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0" y="4937760"/>
            <a:ext cx="91440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5074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ağ trafiği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43800" y="5532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Push/pull sadece değişen katmanları taşır.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1  •  MODÜL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naming ve registry'ler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değişebilir, digest değişmez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1097280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217627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17627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07008" y="217627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5146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&lt;registry&gt;/&lt;namespace&gt;/&lt;repository&gt;:&lt;tag&gt;@&lt;digest&gt;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                       →  docker.io/library/nginx:latest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ghcr.io/anthropic/app:1.2.3 →  GitHub Container Registry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myreg.local:5000/team/api   →  Self-hosted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nginx@sha256:9c7f...        →  Digest ile (asla değişmez)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5720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572000"/>
            <a:ext cx="91440" cy="146304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709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5166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en yaygın; rate-limit var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29000" y="45720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29000" y="4572000"/>
            <a:ext cx="91440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4709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 / ECR / ACR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57600" y="5166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sağlayıcı entegrasyonları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45720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4572000"/>
            <a:ext cx="91440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709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 / Nexus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46520" y="5166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kurumsal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06840" y="45720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06840" y="4572000"/>
            <a:ext cx="91440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4709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registry:2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35440" y="5166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Docker'ın referans implementasyonu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1  •  MODÜL 4  •  15:15 – 16:30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yaşam döngüsü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container hayatı boyunca hangi durumlardan geçer?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2103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17320" y="2331720"/>
            <a:ext cx="548640" cy="548640"/>
          </a:xfrm>
          <a:prstGeom prst="ellipse">
            <a:avLst/>
          </a:prstGeom>
          <a:solidFill>
            <a:srgbClr val="5C6B82"/>
          </a:solidFill>
          <a:ln w="12700">
            <a:solidFill>
              <a:srgbClr val="5C6B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Oluşturuldu, başlamadı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16936" y="2194560"/>
            <a:ext cx="2103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94176" y="233172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08376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08376" y="3337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çalışıyor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93792" y="2194560"/>
            <a:ext cx="2103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71032" y="23317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85232" y="3337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SIGSTOP ile donduruldu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70648" y="2194560"/>
            <a:ext cx="2103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47888" y="233172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2088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62088" y="3337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 bitti / çıktı (exit code)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747504" y="2194560"/>
            <a:ext cx="2103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524744" y="2331720"/>
            <a:ext cx="548640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38944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38944" y="3337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 temizleyemedi (arıza)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politikaları: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0080" y="443484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varsayılan, hiç restart etme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on-failure[:max] — yalnızca non-zero exit'te, max kez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— daima; daemon yeniden açılınca da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unless-stopped — always gibi ama manuel stop'a saygılı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1  •  MODÜL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içine bakmak: 5 hayat kurtaran komut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72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011680"/>
            <a:ext cx="91440" cy="713232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116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201168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 container içinde komut çalıştır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0" y="201168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web bash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10972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834640"/>
            <a:ext cx="91440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83464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83464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Container'ın stdout/stderr çıktısı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0" y="283464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-f --tail 100 web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72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657600"/>
            <a:ext cx="91440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65760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inspect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3280" y="365760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formatında detaylı bilgi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89520" y="365760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inspect --format '{{.State.Status}}' web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480560"/>
            <a:ext cx="10972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480560"/>
            <a:ext cx="9144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48056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stats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448056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CPU / RAM / IO ölçümü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89520" y="448056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stats --no-stream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303520"/>
            <a:ext cx="10972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5303520"/>
            <a:ext cx="91440" cy="713232"/>
          </a:xfrm>
          <a:prstGeom prst="rect">
            <a:avLst/>
          </a:prstGeom>
          <a:solidFill>
            <a:srgbClr val="5C6B82"/>
          </a:solidFill>
          <a:ln w="12700">
            <a:solidFill>
              <a:srgbClr val="5C6B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30352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83280" y="530352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↔ container dosya kopyala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589520" y="530352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cp ./conf web:/etc/app/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C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Dockerfile, Veri ve Ağ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5 — 8  •  Tüketici pozisyonundan üretici pozisyonuna geçiş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2  •  MODÜL 5  •  09:30 – 11:00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temelleri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Imperative değil, declarative. Bir reçete yazıyorsunuz.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68580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217627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17627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07008" y="217627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514600"/>
            <a:ext cx="6400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node:20-alpine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package*.json ./        # önce bağımlılıklar (cache!)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ci --omit=dev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                     # sonra kod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node                    # non-root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3000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HEALTHCHECK --interval=30s CMD wget -qO- http://localhost:3000/ || exit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["node", "server.js"]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80960" y="2011680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80960" y="2011680"/>
            <a:ext cx="91440" cy="96012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60" y="2148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değişmeyen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09560" y="2606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Bağımlılık listesini kod değişiminden önce kopyalayın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80960" y="3090672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680960" y="3090672"/>
            <a:ext cx="9144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09560" y="32278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farkındalığı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09560" y="3685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cache iyi kullanılırsa build saniyeler içinde biter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80960" y="4169664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80960" y="4169664"/>
            <a:ext cx="91440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09560" y="430682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09560" y="476402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Saldırı yüzeyini drastik şekilde azaltır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80960" y="5248656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80960" y="5248656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53858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09560" y="584301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depends_on ile birlikte hayat kurtarır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2  •  MODÜL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talimatları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birinin farklı bir görevi var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6809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Talimat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Görevi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5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image seçimi (alpine, slim, distroless, scratch)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sırasında komut çalıştır (cache temizliği aynı katmanda!)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CMD vs ENTRYPOINT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başlayınca ne çalışsın; argüman ezme davranışı farklı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vs ADD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Dosya kopyalama; ADD ek olarak URL ve tar.gz açma yapar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WORKDIR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Çalışma dizini; cd'den iyi çünkü RUN'lar arası kalıcıdır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Hangi kullanıcıyla çalışsın (non-root!)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 / ARG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/ build-time değişkenleri (sırlar BURAYA değil!)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EXPOSE / LABEL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Belgeleme: hangi port, hangi metadata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/ HEALTHCHECK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kalıcılığı işareti / sağlık kontrolü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ONBUILD / SHELL / STOPSIGNAL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imaj yazarları, shell değişimi, stop sinyali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2  •  MODÜL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vs ENTRYPOINT — en çok karıştırılan ikili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03120"/>
            <a:ext cx="5394960" cy="64008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88036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Container'ın amacı.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Ezilmez; docker run argümanları arkasına eklenir.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 ["python", "app.py"]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docker run myapp --debug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python app.py --debug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2103120"/>
            <a:ext cx="539496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1031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83680" y="288036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Varsayılan argümanlar.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Ezilebilir; docker run sonrası verilen şey CMD'yi tamamen değiştirir.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["python", "app.py"]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docker run myapp --debug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--debug   (CMD ezildi!)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2  •  MODÜL 6  •  11:15 – 12:30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Derleme aşaması büyük; runtime aşaması küçük olsun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68580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217627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17627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07008" y="217627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514600"/>
            <a:ext cx="6400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Aşama 1 — derleme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golang:1.22-alpine AS builder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/src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CGO_ENABLED=0 go build -o /out/app ./cmd/app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Aşama 2 — runtime (yalnızca binary)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gcr.io/distroless/static:nonroot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--from=builder /out/app /app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nonroot:nonroot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ENTRYPOINT ["/app"]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0" y="2011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80960" y="246888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80960" y="260604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MB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7680960" y="341985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aşaması (Go toolchain)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0" y="411480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80960" y="425196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MB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7680960" y="506577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imaj (yalnızca binary)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80960" y="5669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30× küçülme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2  •  MODÜL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BuildKit'in süper güçleri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DOCKER_BUILDKIT=1 ile gelen modern özellikler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194560"/>
            <a:ext cx="91440" cy="182880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31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Mount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7889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Build'ler arası paket cache (pip, npm, apt) kalıcı; imaja yazılmaz.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62272" y="219456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62272" y="2194560"/>
            <a:ext cx="91440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2331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Mount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90872" y="27889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Sırrı imaja yazmadan build'e ver; docker history ile sızmaz.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84464" y="219456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84464" y="2194560"/>
            <a:ext cx="91440" cy="1828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13064" y="2331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Forwarding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13064" y="27889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repo klonlamak için host SSH agent'ı build'e ver.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20624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206240"/>
            <a:ext cx="91440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343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4800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buildx ile tek komutla amd64 + arm64 image üret.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62272" y="420624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62272" y="4206240"/>
            <a:ext cx="91440" cy="1828800"/>
          </a:xfrm>
          <a:prstGeom prst="rect">
            <a:avLst/>
          </a:prstGeom>
          <a:solidFill>
            <a:srgbClr val="5C6B82"/>
          </a:solidFill>
          <a:ln w="12700">
            <a:solidFill>
              <a:srgbClr val="5C6B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4343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 Aşamalar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90872" y="4800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Birbirinden bağımsız stage'ler aynı anda build edilir.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2  •  MODÜL 7  •  13:30 – 15:00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Container'da veri neden kaybolur?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çözüm: Volume, Bind mount, tmpfs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81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5852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Yöneten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Tipik kullanım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5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DB7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DB'ler, paylaşılan kalıcı state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 mount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 (host yolunu verirsiniz)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Geliştirme: kodu container'a bağlama, config dosyaları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tmpfs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Bellek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Geçici cache, secret içeriği, kısa ömürlü dosyalar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206240"/>
            <a:ext cx="1088136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4672" y="437083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437083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07008" y="437083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470916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Volume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--mount type=volume,source=pgdata,target=/var/lib/postgresql/data postgres:16-alpine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Bind mount (dev workflow)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--mount type=bind,source=$(pwd),target=/app,readonly node:20-alpine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tmpfs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--mount type=tmpfs,target=/tmp,tmpfs-size=64m alpine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2  •  MODÜL 8  •  15:15 – 16:30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networking — driver seçimi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container kendi network namespace'ine sahiptir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680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zaman kullanılır?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5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 (varsayılan)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Aynı host'taki container'ların izole bir ağda iletişimi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Maksimum performans; izolasyon yok, port çakışması riski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Tamamen izole; offline batch görev veya güvenlik testi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macvlan / ipvlan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Container'a fiziksel ağda kendi MAC/IP'si; legacy uygulama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Çoklu host (Swarm/Kubernetes) — kursta ele alınmıyor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212080"/>
            <a:ext cx="10881360" cy="11887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2578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bridge ≠ User-defined bridge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51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bridge'te container'lar isimle haberleşir (DNS), izolasyon güçlüdür. Default bridge'te yalnızca IP ile iletişim mümkündür. Üretimde her zaman kendi ağınızı oluşturun.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2C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Compose, Güvenlik, Production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9 — 12  •  Gerçek bir ürünü güvenle dağıtmaya hazır olmak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3  •  MODÜL 9  •  09:30 – 11:00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— neden?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servisli stack'i tek komutla ayağa kaldır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5394960" cy="411480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94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docker run × 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network create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volume create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Bağımlılık sırasını sen kovala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politikası tek tek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Hatalı, tekrar edilemez, code review imkansız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194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docker compose up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69748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YAML dosyasıyla deklaratif tanım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ve volume otomatik oluşur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 + healthcheck ile sıralı başlatma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Git'e girer, code review olur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komut: up, down, ps, logs, exec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3  •  MODÜL 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servis nasıl tanımlanır?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685800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17627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17627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7008" y="217627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514600"/>
            <a:ext cx="6400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image: myrepo/api:1.0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restart: unless-stopped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NODE_ENV=production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DB_HOST=db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ports: ["3000:3000"]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./uploads:/app/uploads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depends_on: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db: { condition: service_healthy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networks: [backend]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healthcheck: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test: ["CMD", "wget", "-qO-", "http://localhost:3000/health"]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interval: 30s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retries: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"1000:1000"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read_only: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tmpfs: ["/tmp"]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0" y="201168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0" y="2011680"/>
            <a:ext cx="91440" cy="141732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2148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09560" y="26060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sıra; condition: service_healthy ile gerçek hazırlık beklenir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0" y="356616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0" y="3566160"/>
            <a:ext cx="91440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3703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09560" y="41605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/ on-failure / always / unless-stopped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0" y="512064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0" y="5120640"/>
            <a:ext cx="91440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9560" y="5257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09560" y="57150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mantığı: test komutu 0 dönerse healthy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3  •  MODÜL 10  •  11:15 – 12:30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Compose'un az bilinen güçlü özellikleri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94560"/>
            <a:ext cx="91440" cy="182880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31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7889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dosyada workers / tests gibi grupları ayrı çalıştır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62272" y="219456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62272" y="2194560"/>
            <a:ext cx="91440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2331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files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90872" y="27889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compose.prod.yaml ile ortama özel farklar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84464" y="219456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4464" y="2194560"/>
            <a:ext cx="91440" cy="1828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13064" y="2331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networks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13064" y="27889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sadece iç ağda; dış dünyaya hiç açılmaz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206240"/>
            <a:ext cx="91440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343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/ configs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4800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env'de değil, dosya mount'u olarak besle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62272" y="420624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62272" y="4206240"/>
            <a:ext cx="91440" cy="1828800"/>
          </a:xfrm>
          <a:prstGeom prst="rect">
            <a:avLst/>
          </a:prstGeom>
          <a:solidFill>
            <a:srgbClr val="5C6B82"/>
          </a:solidFill>
          <a:ln w="12700">
            <a:solidFill>
              <a:srgbClr val="5C6B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4343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deploy.resources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90872" y="4800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CPU/RAM limitleri Swarm dışında da çalışır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84464" y="420624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84464" y="4206240"/>
            <a:ext cx="91440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13064" y="4343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(&amp;, *)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13064" y="4800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 eden YAML bloklarını DRY tut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3  •  MODÜL 11  •  13:30 – 15:00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güvenliği — defense in depth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katmana güvenme; üst üste birden çok savunma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468880"/>
            <a:ext cx="640080" cy="640080"/>
          </a:xfrm>
          <a:prstGeom prst="ellipse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2468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320040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içinde root yerine ayrı kullanıcı tanımla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62272" y="219456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0872" y="246888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22392" y="2468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FS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90872" y="320040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--read-only + tmpfs; saldırgan binary yazamaz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84464" y="219456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13064" y="246888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13064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44584" y="2468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drop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13064" y="320040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--cap-drop=ALL + ihtiyacın olanları add et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20624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448056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600200" y="44805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no-new-privileges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8680" y="52120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setuid binary'lerle yetki yükseltme bloklanır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62272" y="420624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90872" y="448056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90872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422392" y="44805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limits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90872" y="52120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--memory, --cpus, --pids-limit zorunlu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84464" y="420624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513064" y="448056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13064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244584" y="44805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scan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13064" y="52120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/ Docker Scout CI'da kırılma kriteri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3  •  MODÜL 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Sertleştirilmiş bir docker run komutu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7280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17627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17627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7008" y="217627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51460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web -p 8082:80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--read-only --tmpfs /var/cache/nginx --tmpfs /var/run --tmpfs /tmp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--cap-drop=ALL --cap-add=NET_BIND_SERVICE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--security-opt no-new-privileges:true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--memory=128m --cpus=0.5 --pids-limit=50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--log-opt max-size=5m --log-opt max-file=2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nginx:1.27-alpine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tek komutta neler yapıldı?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5166360"/>
            <a:ext cx="109115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sistemi salt-okunur, ama nginx'in yazması gereken yerlere tmpfs eklendi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Linux capability'leri düşürüldü, sadece port 80 bağlama yetkisi verildi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no-new-privileges ile yetki yükseltme engellendi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RAM, CPU ve PID sayısı sınırlandı (DoS / fork-bomb koruması)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rotation aktif (disk dolma riski yok)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3  •  MODÜL 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ve monitoring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5394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94560"/>
            <a:ext cx="91440" cy="128016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31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json-file (default)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788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JSON dosyası — rotation YOK; ayar yapın!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194560"/>
            <a:ext cx="5394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2194560"/>
            <a:ext cx="91440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331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syslog / journald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2788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Host'un sistem loglarına yönlendir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5394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657600"/>
            <a:ext cx="91440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794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fluentd / gelf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251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 log toplayıcılara push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657600"/>
            <a:ext cx="5394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3657600"/>
            <a:ext cx="91440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794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awslogs / gcplogs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46520" y="4251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sağlayıcı log servisleri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212080"/>
            <a:ext cx="109728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4672" y="537667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537667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07008" y="537667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715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/etc/docker/daemon.json — tüm container'lar için log rotation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"log-driver": "json-file",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"log-opts": { "max-size": "10m", "max-file": "3"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3  •  MODÜL 12  •  15:15 – 16:30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checklist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maddeleri tikleyemediğiniz container production'a çıkmasın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latest tag yok — semantic version veya commit SHA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Multi-stage build → minimal runtime imaj (alpine/distroless)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Non-root USER, read-only FS, --cap-drop=ALL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HEALTHCHECK tanımlı, Compose'da condition: service_healthy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Her container için --memory ve --cpus limiti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10312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Loglar stdout/stderr'e, log driver rotation yapılandırılmış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Secrets ENV'de DEĞİL — secret mount veya vault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İmajlar düzenli olarak Trivy/Scout ile taranıyor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İmajlar imzalanıyor (Cosign/Sigstore)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.dockerignore yalın, build context küçük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3  •  MODÜL 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ile Docker — GitHub Actions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1828800"/>
            <a:ext cx="923544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27632" y="199339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199339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29968" y="199339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331720"/>
            <a:ext cx="8778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build-and-push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push: { branches: [main], tags: ["v*"]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runs-on: ubuntu-latest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permissions: { contents: read, packages: write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uses: actions/checkout@v4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uses: docker/setup-qemu-action@v3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uses: docker/setup-buildx-action@v3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uses: docker/login-action@v3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registry: ghcr.io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username: ${{ github.actor }}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password: ${{ secrets.GITHUB_TOKEN }}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uses: docker/build-push-action@v6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platforms: linux/amd64,linux/arm64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push: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tags: ghcr.io/${{ github.repository }}:${{ github.sha }}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cache-from: type=gha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cache-to: type=gha,mode=max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C58"/>
          </a:solidFill>
          <a:ln w="12700">
            <a:solidFill>
              <a:srgbClr val="0F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3  •  MODÜL 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3 Günlük Kurs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akışı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şey çalışmadığında nereden başlamalı?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103120"/>
            <a:ext cx="91440" cy="68580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031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docker ps -a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21031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 → 137 OOM, 139 segfault, 0 normal çıkış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880360"/>
            <a:ext cx="9144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8803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docker logs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28803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stderr ve uygulama çıktısı; --tail/--since faydalı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657600"/>
            <a:ext cx="9144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576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docker inspect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36576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State.Error, Path, Args, Mounts, NetworkSettings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43484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434840"/>
            <a:ext cx="9144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4348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docker run --rm -it &lt;image&gt; sh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44348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imajı manuel ayağa kaldırıp kontrol et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21208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5212080"/>
            <a:ext cx="91440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2120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nicolaka/netshoot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52120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Distroless container'ın network namespace'inde debug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2C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0DB7ED">
              <a:alpha val="30000"/>
            </a:srgbClr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Teşekkürler!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günde 12 modülü tamamladık.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 pratikte: önümüzdeki iki hafta her gün 15 dakika kendi projenizi konteynerleştirin.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754880"/>
            <a:ext cx="11064240" cy="118872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7548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– Cevap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docs.docker.com  •  hub.docker.com  •  github.com/docker-library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- Sıfırdan İleri Seviyeye</dc:title>
  <dc:subject>PptxGenJS Presentation</dc:subject>
  <dc:creator>Docker Kursu</dc:creator>
  <cp:lastModifiedBy>Docker Kursu</cp:lastModifiedBy>
  <cp:revision>1</cp:revision>
  <dcterms:created xsi:type="dcterms:W3CDTF">2026-05-01T15:29:04Z</dcterms:created>
  <dcterms:modified xsi:type="dcterms:W3CDTF">2026-05-01T15:29:04Z</dcterms:modified>
</cp:coreProperties>
</file>